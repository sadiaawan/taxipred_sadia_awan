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94" d="100"/>
          <a:sy n="94" d="100"/>
        </p:scale>
        <p:origin x="78" y="2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1AD71-0E19-4B2E-837A-6A22BC6BC06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1E43-987A-4DAF-BF47-71B0F08A8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080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1AD71-0E19-4B2E-837A-6A22BC6BC06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1E43-987A-4DAF-BF47-71B0F08A8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93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1AD71-0E19-4B2E-837A-6A22BC6BC06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1E43-987A-4DAF-BF47-71B0F08A8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45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1AD71-0E19-4B2E-837A-6A22BC6BC06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1E43-987A-4DAF-BF47-71B0F08A8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31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1AD71-0E19-4B2E-837A-6A22BC6BC06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1E43-987A-4DAF-BF47-71B0F08A8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43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1AD71-0E19-4B2E-837A-6A22BC6BC06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1E43-987A-4DAF-BF47-71B0F08A8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18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1AD71-0E19-4B2E-837A-6A22BC6BC06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1E43-987A-4DAF-BF47-71B0F08A8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00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1AD71-0E19-4B2E-837A-6A22BC6BC06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1E43-987A-4DAF-BF47-71B0F08A8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1AD71-0E19-4B2E-837A-6A22BC6BC06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1E43-987A-4DAF-BF47-71B0F08A8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661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1AD71-0E19-4B2E-837A-6A22BC6BC06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1E43-987A-4DAF-BF47-71B0F08A8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4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1AD71-0E19-4B2E-837A-6A22BC6BC06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71E43-987A-4DAF-BF47-71B0F08A8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02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1AD71-0E19-4B2E-837A-6A22BC6BC06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71E43-987A-4DAF-BF47-71B0F08A8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9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3360" y="492443"/>
            <a:ext cx="9144000" cy="2387600"/>
          </a:xfrm>
        </p:spPr>
        <p:txBody>
          <a:bodyPr/>
          <a:lstStyle/>
          <a:p>
            <a:r>
              <a:rPr lang="en-GB" dirty="0" err="1" smtClean="0"/>
              <a:t>Fullstack</a:t>
            </a:r>
            <a:r>
              <a:rPr lang="en-GB" dirty="0" smtClean="0"/>
              <a:t> ML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884680" y="3804920"/>
            <a:ext cx="1945640" cy="1325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Backend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5156200" y="3891280"/>
            <a:ext cx="1305560" cy="1153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API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787640" y="3804920"/>
            <a:ext cx="1981200" cy="1285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Frontend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977640" y="4191000"/>
            <a:ext cx="960120" cy="10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6461760" y="4119880"/>
            <a:ext cx="1178560" cy="10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6527800" y="4759960"/>
            <a:ext cx="1082040" cy="5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038600" y="4852035"/>
            <a:ext cx="9855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627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Fullstack ML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Fullstack ML</dc:title>
  <dc:creator>Microsoft account</dc:creator>
  <cp:lastModifiedBy>Microsoft account</cp:lastModifiedBy>
  <cp:revision>2</cp:revision>
  <dcterms:created xsi:type="dcterms:W3CDTF">2026-01-21T13:18:23Z</dcterms:created>
  <dcterms:modified xsi:type="dcterms:W3CDTF">2026-01-21T13:22:10Z</dcterms:modified>
</cp:coreProperties>
</file>